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Tahoma-regular.fntdata"/><Relationship Id="rId14" Type="http://schemas.openxmlformats.org/officeDocument/2006/relationships/slide" Target="slides/slide8.xml"/><Relationship Id="rId16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409d9699667_4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409d9699667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409d9699667_4_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d9699667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409d9699667_4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d9699667_4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d9699667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409d9699667_4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09d9699667_1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09d9699667_1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409d9699667_10_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d9699667_1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09d9699667_1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409d9699667_1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9d9699667_1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09d9699667_1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409d9699667_1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09d9699667_4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09d9699667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409d9699667_4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3352800" y="5791200"/>
            <a:ext cx="629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type="ctrTitle"/>
          </p:nvPr>
        </p:nvSpPr>
        <p:spPr>
          <a:xfrm>
            <a:off x="3759200" y="2667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>
                <a:solidFill>
                  <a:srgbClr val="14408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625600" y="6629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4673600" y="66294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352800" y="5791200"/>
            <a:ext cx="629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type="ctrTitle"/>
          </p:nvPr>
        </p:nvSpPr>
        <p:spPr>
          <a:xfrm>
            <a:off x="3759200" y="2667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508000" y="1295400"/>
            <a:ext cx="11074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>
                <a:solidFill>
                  <a:srgbClr val="14408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625600" y="6629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4673600" y="6629400"/>
            <a:ext cx="132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" name="Google Shape;11;p1"/>
            <p:cNvSpPr/>
            <p:nvPr/>
          </p:nvSpPr>
          <p:spPr>
            <a:xfrm>
              <a:off x="2448" y="384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448" y="500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7" name="Google Shape;17;p1"/>
          <p:cNvGrpSpPr/>
          <p:nvPr/>
        </p:nvGrpSpPr>
        <p:grpSpPr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8" name="Google Shape;18;p1"/>
            <p:cNvSpPr/>
            <p:nvPr/>
          </p:nvSpPr>
          <p:spPr>
            <a:xfrm>
              <a:off x="412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 rot="5400000">
              <a:off x="412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460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 rot="5400000">
              <a:off x="460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HCMC </a:t>
            </a: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Technology and Education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914400" y="685800"/>
            <a:ext cx="11236739" cy="142456"/>
            <a:chOff x="2448" y="384"/>
            <a:chExt cx="3300" cy="116"/>
          </a:xfrm>
        </p:grpSpPr>
        <p:sp>
          <p:nvSpPr>
            <p:cNvPr id="33" name="Google Shape;33;p4"/>
            <p:cNvSpPr/>
            <p:nvPr/>
          </p:nvSpPr>
          <p:spPr>
            <a:xfrm>
              <a:off x="2448" y="384"/>
              <a:ext cx="3300" cy="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448" y="500"/>
              <a:ext cx="3300" cy="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508000" y="1295400"/>
            <a:ext cx="11074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1625600" y="6622078"/>
            <a:ext cx="193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1250705" y="6619253"/>
            <a:ext cx="9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40" name="Google Shape;40;p4"/>
            <p:cNvSpPr/>
            <p:nvPr/>
          </p:nvSpPr>
          <p:spPr>
            <a:xfrm>
              <a:off x="412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5400000">
              <a:off x="412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60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 rot="5400000">
              <a:off x="460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4"/>
          <p:cNvSpPr txBox="1"/>
          <p:nvPr/>
        </p:nvSpPr>
        <p:spPr>
          <a:xfrm>
            <a:off x="5689600" y="6465366"/>
            <a:ext cx="55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HCMC </a:t>
            </a: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Technology and Education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ctrTitle"/>
          </p:nvPr>
        </p:nvSpPr>
        <p:spPr>
          <a:xfrm>
            <a:off x="3011275" y="3073825"/>
            <a:ext cx="90420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C0000"/>
                </a:solidFill>
              </a:rPr>
              <a:t>Hệ thống giám sát chất lượng không khí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5899529" y="4223920"/>
            <a:ext cx="32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Guide: Huỳnh Hoàng Hà</a:t>
            </a:r>
            <a:endParaRPr b="1" sz="2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75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/>
        </p:nvSpPr>
        <p:spPr>
          <a:xfrm>
            <a:off x="4154300" y="2444050"/>
            <a:ext cx="643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Môn học: Thiết kế ứng dụng di động</a:t>
            </a:r>
            <a:endParaRPr b="1" sz="2500">
              <a:solidFill>
                <a:srgbClr val="CC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type="title"/>
          </p:nvPr>
        </p:nvSpPr>
        <p:spPr>
          <a:xfrm>
            <a:off x="1219200" y="446584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Phần cứng</a:t>
            </a:r>
            <a:endParaRPr/>
          </a:p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51600" y="1295400"/>
            <a:ext cx="45774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solidFill>
                  <a:srgbClr val="000000"/>
                </a:solidFill>
              </a:rPr>
              <a:t>Đã hoàn thành:</a:t>
            </a:r>
            <a:endParaRPr b="1" sz="22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Dựng xong khung firmware theo kiến trúc modular (config, core, sensors, processing, system)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Hoàn thành pipeline cho DHT11 và MQ-7: đọc → kiểm tra hợp lệ → lọc nhiễu → gộp mẫu → chuẩn hóa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Có model trạng thái chung cho mọi cảm biến. (OK/ INVALID/ UNAVAILABLE/ ERROR)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Test thực tế trên board, kiểm thử và sửa lỗi đọc sensor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chemeClr val="dk1"/>
                </a:solidFill>
              </a:rPr>
              <a:t>Đẩy dữ liệu Supabase thành công</a:t>
            </a:r>
            <a:endParaRPr sz="1700">
              <a:solidFill>
                <a:schemeClr val="dk1"/>
              </a:solidFill>
            </a:endParaRPr>
          </a:p>
          <a:p>
            <a:pPr indent="-165100" lvl="0" marL="342900" rtl="0" algn="l"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208" y="1601550"/>
            <a:ext cx="6690667" cy="3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sp>
        <p:nvSpPr>
          <p:cNvPr id="75" name="Google Shape;75;p9"/>
          <p:cNvSpPr txBox="1"/>
          <p:nvPr/>
        </p:nvSpPr>
        <p:spPr>
          <a:xfrm>
            <a:off x="508000" y="1295400"/>
            <a:ext cx="11074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</a:rPr>
              <a:t>Đã hoàn thành: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1. Tích hợp phần cứng (firmware)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</a:rPr>
              <a:t>Xây dựng 2 endpoint (RPC) cho phép ESP32 gửi dữ liệu lên hệ thống mà không cần tài khoản đăng nhập: submit_reading (gửi số liệu cảm biến). Triển khai kết nối thành công với ESP32, lấy được data hiển thị trên app ở màn hình homescreen.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2. Màn hình homescreen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</a:rPr>
              <a:t>Sửa lỗi thành công với ô hiển thị chỉ số AQI bị tự chuyển về 0 vì nhận nhầm giá trị NULL.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3. Màn hình Notification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</a:rPr>
              <a:t>Sửa lỗi không hiển thị thông báo khi giá trị vượt ngưỡng đã đặt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</a:rPr>
              <a:t>Thêm tín năng cho xóa từng thông báo và xóa tất cả thông báo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101600" rtl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 công App</a:t>
            </a:r>
            <a:endParaRPr/>
          </a:p>
        </p:txBody>
      </p:sp>
      <p:pic>
        <p:nvPicPr>
          <p:cNvPr id="82" name="Google Shape;8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00" y="1020900"/>
            <a:ext cx="2740025" cy="477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 txBox="1"/>
          <p:nvPr/>
        </p:nvSpPr>
        <p:spPr>
          <a:xfrm>
            <a:off x="4290875" y="2194150"/>
            <a:ext cx="3257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Splash, Đăng nhập, Đăng ký (có xác thực đầu vào, hiện/ẩn mật khẩu, quên mật khẩu)</a:t>
            </a:r>
            <a:endParaRPr sz="1200"/>
          </a:p>
        </p:txBody>
      </p:sp>
      <p:pic>
        <p:nvPicPr>
          <p:cNvPr id="84" name="Google Shape;8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500" y="1020900"/>
            <a:ext cx="2740025" cy="4775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0"/>
          <p:cNvCxnSpPr>
            <a:stCxn id="83" idx="1"/>
          </p:cNvCxnSpPr>
          <p:nvPr/>
        </p:nvCxnSpPr>
        <p:spPr>
          <a:xfrm flipH="1">
            <a:off x="3286175" y="2600500"/>
            <a:ext cx="10047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0"/>
          <p:cNvCxnSpPr>
            <a:stCxn id="83" idx="3"/>
          </p:cNvCxnSpPr>
          <p:nvPr/>
        </p:nvCxnSpPr>
        <p:spPr>
          <a:xfrm flipH="1" rot="10800000">
            <a:off x="7548575" y="2590900"/>
            <a:ext cx="7689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 công App</a:t>
            </a:r>
            <a:endParaRPr/>
          </a:p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3113050" y="1290825"/>
            <a:ext cx="2655300" cy="91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Trang chủ: đồng hồ đo AQI, 4 chỉ số cảm biến, dự báo 12 giờ tới</a:t>
            </a:r>
            <a:endParaRPr sz="1400"/>
          </a:p>
        </p:txBody>
      </p:sp>
      <p:pic>
        <p:nvPicPr>
          <p:cNvPr id="94" name="Google Shape;9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616" y="1245423"/>
            <a:ext cx="2220434" cy="495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9654225" y="1290825"/>
            <a:ext cx="2493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>
                <a:solidFill>
                  <a:schemeClr val="dk1"/>
                </a:solidFill>
              </a:rPr>
              <a:t>Lịch sử dữ liệu: biểu đồ theo 4 khoảng thời gian, chọn theo từng chỉ số</a:t>
            </a:r>
            <a:endParaRPr/>
          </a:p>
        </p:txBody>
      </p:sp>
      <p:pic>
        <p:nvPicPr>
          <p:cNvPr id="96" name="Google Shape;9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6825" y="1168650"/>
            <a:ext cx="2493000" cy="49669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/>
          <p:nvPr/>
        </p:nvSpPr>
        <p:spPr>
          <a:xfrm>
            <a:off x="9955100" y="2208225"/>
            <a:ext cx="202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Biểu đồ còn lỗi hiển thị</a:t>
            </a:r>
            <a:endParaRPr b="1" sz="1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1219200" y="457201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 công App</a:t>
            </a:r>
            <a:endParaRPr/>
          </a:p>
        </p:txBody>
      </p:sp>
      <p:sp>
        <p:nvSpPr>
          <p:cNvPr id="104" name="Google Shape;104;p12"/>
          <p:cNvSpPr txBox="1"/>
          <p:nvPr>
            <p:ph idx="1" type="body"/>
          </p:nvPr>
        </p:nvSpPr>
        <p:spPr>
          <a:xfrm>
            <a:off x="3014725" y="1745500"/>
            <a:ext cx="2724300" cy="117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Thông báo: hiển thị thông báo vượt ngưỡng đã đặt. Cho phép đánh dấu xóa và đã đọc </a:t>
            </a:r>
            <a:endParaRPr sz="1400"/>
          </a:p>
        </p:txBody>
      </p:sp>
      <p:sp>
        <p:nvSpPr>
          <p:cNvPr id="105" name="Google Shape;105;p12"/>
          <p:cNvSpPr txBox="1"/>
          <p:nvPr/>
        </p:nvSpPr>
        <p:spPr>
          <a:xfrm>
            <a:off x="8664350" y="1745500"/>
            <a:ext cx="30921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6700" rtl="0" algn="just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>
                <a:solidFill>
                  <a:schemeClr val="dk1"/>
                </a:solidFill>
              </a:rPr>
              <a:t>Hồ sơ và 6 màn cài đặt con: thông tin tài khoản, thiết bị, ngưỡng cảnh báo, cài đặt thông báo, ngôn ngữ, giới thiệu</a:t>
            </a:r>
            <a:endParaRPr/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925" y="1280525"/>
            <a:ext cx="2267100" cy="507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800" y="1280525"/>
            <a:ext cx="2117925" cy="473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1219200" y="488934"/>
            <a:ext cx="100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Đồng bộ dữ liệu</a:t>
            </a:r>
            <a:endParaRPr/>
          </a:p>
        </p:txBody>
      </p:sp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422450" y="1295388"/>
            <a:ext cx="11074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700">
                <a:solidFill>
                  <a:schemeClr val="dk1"/>
                </a:solidFill>
              </a:rPr>
              <a:t>Đã đồng bộ được dữ liệu từ Supabase lên App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14" name="Google Shape;11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975" y="1052500"/>
            <a:ext cx="2547100" cy="521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500" y="2229925"/>
            <a:ext cx="7385549" cy="32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title"/>
          </p:nvPr>
        </p:nvSpPr>
        <p:spPr>
          <a:xfrm>
            <a:off x="1066800" y="2698826"/>
            <a:ext cx="10058400" cy="5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